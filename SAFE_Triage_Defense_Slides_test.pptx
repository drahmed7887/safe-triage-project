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>
      <p:cViewPr varScale="1">
        <p:scale>
          <a:sx n="104" d="100"/>
          <a:sy n="104" d="100"/>
        </p:scale>
        <p:origin x="8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BDEF-6363-7817-FCF0-18074328A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195A0-1796-4EC4-9D6B-0DF74FAA1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C250C-8765-71A1-706D-11C30788A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D327-0FA2-814A-8339-466BC9B72D33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9DB85-F947-0F08-434A-3F689070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A4624-76AB-C7E4-775D-31E29396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55B76-4D33-ED41-9893-7368159A08B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927255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73E9B-070C-AECB-B36F-5A4FF20C3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14ADE-F125-2479-1241-A281982CF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E8387-ABB2-7702-2BEF-38D3CF6E4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D327-0FA2-814A-8339-466BC9B72D33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750F5-22D9-6D23-9AC2-B112F1B07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F9723-00E0-C780-D2F7-A0717049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55B76-4D33-ED41-9893-7368159A08B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94010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71379-36AB-59E1-1199-1A5CB3CE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5FE12-0AEA-83BB-706E-5CD4B3B21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1B473-C9D6-8D67-F8A0-6907E6484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D327-0FA2-814A-8339-466BC9B72D33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CA411-7557-78BC-EBD3-2E80D8556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8C468-F29A-88E6-BF1C-86E43801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55B76-4D33-ED41-9893-7368159A08B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3437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E1D5E-BCA7-B0F7-06C4-DE9D23E2C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4D3A6-4FE0-5BDB-CEC8-F597871E96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4E7CD-F9D9-4DEF-51B3-82EBD7ACD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82DAC7-60A2-6CD7-B7E7-576A74CF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D327-0FA2-814A-8339-466BC9B72D33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B6D86D-D982-4A8C-EDD4-34E651D86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FDC22-CB70-BCCB-FC7B-C414D5577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55B76-4D33-ED41-9893-7368159A08B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714765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977C0-D35F-EE45-816B-FBE5A907B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4969F-2CFD-37E2-16AB-3597681B3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9AC2C-A368-FBFA-DD10-978E47EF0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497CA7-23F7-505F-04E1-7649C8475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140A64-EFF8-A70A-F48E-E983FB38C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1C4AD0-F66F-E6BA-9FD7-E726466E9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D327-0FA2-814A-8339-466BC9B72D33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54BD1C-746C-BCBF-764D-0FDEFB4E1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69F5F2-B8A4-BC2B-80B8-96B5210A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55B76-4D33-ED41-9893-7368159A08B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769098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BFD08-4F81-1FF4-C332-365D754FC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3779F-908F-5D90-390D-E956CB1E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D327-0FA2-814A-8339-466BC9B72D33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5F1F3-747A-B3B4-4192-B8CD779E1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AA17A8-E362-2BA1-FF31-07B15BD1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55B76-4D33-ED41-9893-7368159A08B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6098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47C5D8-8A1A-AB00-5B40-99A487030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D327-0FA2-814A-8339-466BC9B72D33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443813-B69E-29C8-601A-3D1F5086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72DB6-78CD-C0CD-542A-3682B6A86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55B76-4D33-ED41-9893-7368159A08B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474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F1832-86DB-EA8C-9532-06BFB8565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50729-DF86-39C7-BBC6-39DC93AA6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C6399-A405-289D-E766-530CB2484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9E222-8F32-816F-5FF8-E421D9C0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D327-0FA2-814A-8339-466BC9B72D33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881AF-DC8C-9471-9A8D-EAAA4D82C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D7055-AAF8-7D63-426E-B6853D740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55B76-4D33-ED41-9893-7368159A08B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1009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2FDFF-4B96-790A-A4B2-CA05F53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C9B723-4463-3ED3-53EB-40A054A4E5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81128F-A4C1-287F-73FA-781C3E20D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D5A64-9024-4BB5-7258-B2B62891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D327-0FA2-814A-8339-466BC9B72D33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25C43-F777-A92B-37BC-41C167B7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B00B3-FC2F-5EA1-637F-8AEAE6A6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55B76-4D33-ED41-9893-7368159A08B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278946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1145E-B492-E3AD-8C7F-C0D0CED12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0F90F0-E1E3-38E0-E350-FDA22093A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13D4D-D05F-CD97-9E19-CD993E33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D327-0FA2-814A-8339-466BC9B72D33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B6AAF-8147-92AE-6D84-ED5D9D421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998B1-672C-0C05-59AA-D37B3AD48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55B76-4D33-ED41-9893-7368159A08B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438323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5AD5D1-351E-265B-9F1D-523C4EE7B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03CC-F625-6BED-F665-F6810631C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6C107-ECDE-3A4A-47F0-F642B263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D327-0FA2-814A-8339-466BC9B72D33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541E9-3F6D-6BA7-C950-127B17187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66081-E7B6-AD0D-180F-D8917117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255B76-4D33-ED41-9893-7368159A08B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25202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29226C-4E2B-FDC2-F5A5-FF3AD58E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7D1348-FC1E-F5F2-B0D0-5CE907B83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84430-E93F-0FA9-F945-E7FEB3C0F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4D327-0FA2-814A-8339-466BC9B72D33}" type="datetimeFigureOut">
              <a:rPr lang="en-EG" smtClean="0"/>
              <a:t>05/02/2026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B41CB-EF40-BBEE-7C89-E069CF5EB5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00FC3-3B5E-BC48-7CDD-B91958AD4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255B76-4D33-ED41-9893-7368159A08B3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01282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0C7A-8AE5-6A31-6088-B07586D4AC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D90DB-46B9-0A23-11CA-E136E4E38B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003964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helmy</dc:creator>
  <cp:lastModifiedBy>ahmed helmy</cp:lastModifiedBy>
  <cp:revision>1</cp:revision>
  <dcterms:created xsi:type="dcterms:W3CDTF">2026-02-05T16:20:00Z</dcterms:created>
  <dcterms:modified xsi:type="dcterms:W3CDTF">2026-02-05T16:25:55Z</dcterms:modified>
</cp:coreProperties>
</file>