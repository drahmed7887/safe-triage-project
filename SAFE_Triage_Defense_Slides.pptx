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104" d="100"/>
          <a:sy n="10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58E8-3E9C-2F47-2FD9-C070E3998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833BC-DFD9-0A71-EF69-B7C2677E8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A0239-85E0-3233-F57C-7441104D2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741CB-7F0F-4D79-829F-CC7A3F41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FF8D7-9DBA-2CA9-1E61-CD70D286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96467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1F58-4A4A-1DAF-B314-B6C8BE2B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5D82C-76D3-09FC-C995-4289D26B7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82401-5B87-2FA5-7014-BF0E7394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BE387-4838-B9DC-BE71-B3F96430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3E7A-8803-6894-06A9-1E687CDA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165159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78DD8-2901-A177-0EB5-A984BDAE8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CA189-7E05-E958-89D3-34435D04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DD0D-616D-DAE2-B49B-8F01CA2C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7A1E6-CBA3-E781-BCCC-8F864ECF9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28AF1-A6AC-DE0D-BF1B-587D89BAE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7376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0A44-7A54-AA9F-C0DE-4D4F71B86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21C2D-99F0-AA7D-58D1-6D3B78B8E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0AC69-F320-8AA9-4849-428A4C7EC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BA88A-DB91-4A14-291A-7CF885C8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8B44E-84F0-1CA6-87B0-73D80B38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93540-A926-6E3F-3E23-C52924DC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3488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4420-CE7F-560B-6331-E09BCD7A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759AA-AB94-A6DA-0CCF-B1FD00EAD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DC02F2-0E8D-B59C-B873-A34502948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5EE3CE-A641-D4C3-25E4-AA51BD64E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D95A0-FFA2-A8DB-FE3A-9DFFC0873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6E2EE-B424-55DF-CD06-E58945B2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CF484-7F40-2626-0DDA-C3AADA04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58504-BB3F-84E3-6B03-7CA0C055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5942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8695-4EFB-B9E7-73C6-CB311314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6358F-A10E-5B61-D778-A203DAB3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2E72-AEC5-FC3C-3BE1-07A43062F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94CC0-281F-96F4-DA4C-7C15B67B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9621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26DA3-83EE-7066-1E1F-B5B2C438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636B4-FCF4-368D-AAC8-160F72692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0A99-1F2F-26C4-1B2C-05C8A00A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3858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EE81-A87A-D323-BDD0-5D954377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8D882-B153-C2CB-D515-B2494CBEF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F8417-55FC-2581-5DCE-9E15C9D6E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51F51-3C25-1BE7-F588-0860CE31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22F44-5E82-993D-9C16-D618C5D4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CC12C-9E13-853E-2C3A-F78C48C3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23101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1E16-F12F-086B-E4F8-E6F1385F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E55C9-50EC-32D9-358E-FBD112D3E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0CC69-7AF6-2D94-7065-0B2B674F3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508F4-F80C-E010-73C7-DEE4D3D6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2AF3B-24DF-7F2F-6B2B-D17E1B6F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68093-9BD0-240E-2B67-A9394CCCF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83791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4CA5-9DBE-5AB7-7AF6-548CB8DC8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E9EE3-E4C6-29E3-622D-ED84FAA7A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AF22-7E95-C7BC-3B12-709A9AD8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463A-1615-0236-238F-325E939DB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745D-F976-D7C2-5043-3924E2AC3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831323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EE974-0ED0-0D58-1DA0-D3ECFD79C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20164-FBE9-7192-0F8F-F6CA06B65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BBE71-6484-3891-1D40-8EC6C97B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9B5D-C936-D438-326F-4F53EA6AA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1894A-9613-3519-6369-F983603E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13481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F7CBF-B3B0-66E3-740F-D3002E16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17C76-5651-3C7F-3C3A-88343589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DCDD0-B005-DE6A-3CA2-1C982F2CF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FACBF-1A3E-9547-8C84-2B49F915D3F9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6E72B-F1E1-DD8A-0349-85F4DBC85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E113F-E160-2092-A22F-98BBFBEA3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EF903-3D46-2A49-988A-4653DFE90E8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78551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1DA1-E7E6-7DB7-BA5B-A466E2185C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046AC-F76D-E363-BC8F-F79F18BF85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1356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BD84-199C-95A9-E51C-9FF871B3E1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7DEF3-88FB-BB02-A71D-7DBAC9540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66431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CD2B-BFA3-C588-2EE5-EBB7FEAD68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7EA465-3F55-4938-9207-CF22494DD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0272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9760-7B85-D4CD-05BD-38CC2FBBCF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CA322-5F33-4FC3-195C-D7F7A2EA9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787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FFAE-640A-05BE-79AF-23B07F9AE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A3437-A021-2AF3-0070-8D89C5D77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7153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1827-8774-86BA-C5FC-176A87B8C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A2AD9-A5D7-D133-8258-0B0F3EA9D7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8797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A947-2C57-57C6-EE31-4971B605F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0555C-4694-C768-69CF-191C911FE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53558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F478-AA1D-712A-0494-DE99DF078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7D4A2-874C-862B-C6A7-67467D35C6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199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CC99-5936-F17B-8285-53684057E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497D8-5963-09CC-B919-06B0996AD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174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520C-78CB-1332-A087-2BC39B3E3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8F7E6-28FE-2AD5-44F7-D659715E07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50016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EAD4-8667-8D9F-0174-AD0848FD6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9D52BA-57D1-EA16-D978-0C5C99ACC2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5141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6C43A-EB48-8054-441A-F5060BF65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180B01-2C15-56E9-AB06-F762FA6A0E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52512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9BD7-46BF-4CFD-E4EF-03E772B5A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EAE89-64E2-AC34-E7F8-6B912376E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15672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5FF4-8779-74E6-6568-5E9AF63994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BA12B-1733-7600-3B1A-69B98D764D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08512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CFBC-4AE5-40B9-CBB5-90631A3FE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ED37B-C665-47D1-3221-D2CCC2D65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62131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0E8E-0775-8830-0F5C-71F237045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B3F49-FE3D-2514-838B-54953E69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06623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2E5E-8283-606C-E2E0-87485939A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3536F-D4D0-6021-9D80-A40E85DEB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68401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135C-7366-61C1-911D-3EF9B2C30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F64D6-0556-60AC-6536-D35691843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18805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3FE9-AA00-E30C-6097-9D80B2587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F0C1A-83B0-A1D3-877F-9CBE51B27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6678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helmy</dc:creator>
  <cp:lastModifiedBy>ahmed helmy</cp:lastModifiedBy>
  <cp:revision>1</cp:revision>
  <dcterms:created xsi:type="dcterms:W3CDTF">2026-02-05T17:24:30Z</dcterms:created>
  <dcterms:modified xsi:type="dcterms:W3CDTF">2026-02-05T17:24:32Z</dcterms:modified>
</cp:coreProperties>
</file>